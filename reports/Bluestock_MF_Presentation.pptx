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– Bluestock Fintech Pvt. Ltd.</a:t>
            </a:r>
          </a:p>
          <a:p>
            <a:r>
              <a:t>Submitted by: Anushka 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Need for centralized mutual fund analytics, risk analysis, dashboards, and insights.</a:t>
            </a:r>
          </a:p>
          <a:p>
            <a:r>
              <a:t>Objectives O1–O8 completed.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 datasets, 46,000+ NAV records, 32,000+ investor transactions, benchmark indices, portfolio holdings.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ETL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 → Transform → Load pipeline using Python, Pandas, SQLite and analytics workflows.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 growth, SIP inflows, folio growth and industry trends.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Category inflows, fund distribution, investor participation and portfolio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&amp; Risk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CAGR, Sharpe Ratio, Sortino Ratio, Alpha, Beta, Max Drawdown, VaR and CVaR.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Overview, Fund Performance, Investor Analytics and SIP Trends.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analytics platform with recommender and NAV explorer.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&amp; Monte Carlo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Return Prediction (R² = 0.9058) and 5-year NAV forecasting.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Optimization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Markowitz Efficient Frontier, optimal portfolio, diversification insights.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fintech analytics platform integrating BI, ML and portfolio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