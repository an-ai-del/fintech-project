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86" y="-8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E3F9D-AE78-0741-E7CD-DFF58327E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46F456-2360-A7EC-CABE-95A3F862A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7325F-6492-0D97-28F5-438499E5B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19E3-CAD1-4910-96B9-9883B2FB42D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F1B43-7B61-1D97-9435-DD2380022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5A969-BAF2-94DC-0194-AD29B204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0AC7-6284-4515-98CC-FCD72A630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608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00F18-703A-C7B9-CACB-79501214D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79EC3-9FDF-2092-158E-EDB550D2B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6AF7E-3BCA-BF7E-44C7-73A166C77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19E3-CAD1-4910-96B9-9883B2FB42D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67A47-F954-6256-C56C-77DDF591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283E5-2AC3-81E8-3DB8-B5440F87F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0AC7-6284-4515-98CC-FCD72A630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24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9CA5-FDC7-9406-70E1-1D8F8E0B0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DDB1A-3A15-8B04-C1FC-CA6B598E0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F1BE3-07A2-3D1C-0822-85FC8F338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19E3-CAD1-4910-96B9-9883B2FB42D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91E11-6D43-B27F-1C0F-BE814B15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50EAC-7D50-7D9D-9701-CCA1A128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0AC7-6284-4515-98CC-FCD72A630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7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353BF-DEE1-E85D-AAC1-26AD306E9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2898A-E3D4-3FA7-32DE-EF38ED71F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27B2D-E7B4-EAB3-8C7A-484103466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CB0B7-D423-B0C8-1149-44F354DE5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19E3-CAD1-4910-96B9-9883B2FB42D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AAAEA-5BBE-2620-C114-B785EDDF4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556DA-25AD-45DC-626F-EE410E1F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0AC7-6284-4515-98CC-FCD72A630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61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7D3C3-CA9F-0593-ED8C-661199877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F34A5-D72B-C58D-D15A-D12DE318B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C3844-966A-FE9B-2039-A24789D16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B54173-56F7-DB4F-4B74-1E0937A511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BDC13B-FE70-CCC5-5950-A988EE61C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CBDFFB-8EF8-F224-3F61-36E6281E3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19E3-CAD1-4910-96B9-9883B2FB42D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55C5F-FEAA-34DE-992E-71169598A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680A77-E70E-5850-10C1-8A0F9979B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0AC7-6284-4515-98CC-FCD72A630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56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3B830-1008-0E6E-1808-E2C4F6E1C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72B68C-47E5-2BC5-B631-574A08817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19E3-CAD1-4910-96B9-9883B2FB42D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24970-9DCA-60AA-9CC3-70D20240C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BD952-4E31-3FEA-F9D0-56F6E7243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0AC7-6284-4515-98CC-FCD72A630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1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D7E366-6ED1-8157-FB7A-927B55F5E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19E3-CAD1-4910-96B9-9883B2FB42D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037BD-F8DC-05BA-D5B9-77FC57F0A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210CA-B719-E214-4DBD-16680408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0AC7-6284-4515-98CC-FCD72A630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440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6E932-BE80-22F2-3712-0F8E7B6C1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33F54-D62C-24CD-6271-9C1CEC07F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879775-802F-DA46-1317-51ADF1718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487CD-7EFA-A92A-68E8-5B61D7D4F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19E3-CAD1-4910-96B9-9883B2FB42D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C80CC8-8D7E-6EA6-CF0C-057178B4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F1AE5-9E2B-5525-E4C9-233C89255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0AC7-6284-4515-98CC-FCD72A630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314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D45CB-E493-67E4-F88C-F76E6028B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115BB-BFCA-AD62-B3D0-5583277F41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596599-59FB-E145-260C-BBCA95FF5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383D9-A65A-A32A-D417-008282F9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19E3-CAD1-4910-96B9-9883B2FB42D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296EE-73AE-6CFB-0877-6F090AA90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4EF13-381C-C589-5DB8-C9EE2A1CC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0AC7-6284-4515-98CC-FCD72A630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45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2500C-5303-5C60-92E0-10C37C35E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5018A-0132-87C5-DF12-67F2759D1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2974E-339E-54D5-B857-30CD5EC63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19E3-CAD1-4910-96B9-9883B2FB42D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DF761-BE1A-4D36-9542-67013A3D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9CCE-0DE1-17B9-5B04-7B4F932DE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0AC7-6284-4515-98CC-FCD72A630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64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A7C5A9-2C6B-7355-CB5F-B100ED3178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14DB0A-95EE-E2BB-8130-795A2E50E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4747B-1F7D-1AEB-6327-71AFCE0E9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19E3-CAD1-4910-96B9-9883B2FB42D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01775-2478-935C-40B4-9E7A39053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F56AE-7837-A69D-A9A4-C99CC8FA2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70AC7-6284-4515-98CC-FCD72A630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474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C93831-F87E-0382-31BA-FB0714588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98E8F-73C0-32FE-D198-4D8A7DBF3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8F9D6-E78A-78F5-1CC1-15FE92141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19E3-CAD1-4910-96B9-9883B2FB42D2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D3D93-E15E-83C0-881B-41C1114F09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F5AC8-FE86-9EAB-5B4A-83F5CDE98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70AC7-6284-4515-98CC-FCD72A630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97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12865-F15C-7120-6DE1-25FB30BC6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674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Fund Analytics Platform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</a:t>
            </a:r>
            <a:br>
              <a:rPr lang="en-US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Bluestock</a:t>
            </a:r>
            <a:r>
              <a:rPr lang="en-US" sz="5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Fintech Pvt. Ltd.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B68F19-BF17-78AD-BB0E-2DE18AC87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Anushka Das</a:t>
            </a:r>
          </a:p>
          <a:p>
            <a:pPr algn="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• Pandas • NumPy • SQLite • Power BI •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Machine Learning • Monte Carlo Simulation • Portfolio Optimization</a:t>
            </a:r>
          </a:p>
          <a:p>
            <a:pPr algn="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196DF7-7C02-A91A-F4D5-9A1A82C08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0742" y="25484"/>
            <a:ext cx="1241258" cy="124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84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13AEC-51A4-5745-B1AB-00C3260A5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A5B08-45AD-A097-9F73-EBF4555E1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fund investors face challenges in evaluating fund performance, risk exposure, and benchmark comparisons.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data is distributed across multiple sources and requires structured analysis.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integrated analytics platform that transforms raw data into actionable insights.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ETL pipeline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EDA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risk and performance metrics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Power BI dashboard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investor behavior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mutual fund performance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and recommendations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597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B8B86-EC47-5715-D797-080A0C43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DEEE1-1264-CEE4-9F7B-C6CAFC2B6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1478280"/>
            <a:ext cx="10728960" cy="501459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Used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Master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 History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AUM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SIP Inflows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Inflows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Folios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 Performance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Investor Transactions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Portfolio Holdings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 Indices</a:t>
            </a:r>
          </a:p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Data Processed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46,000+ NAV Records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32,000+ Investor Transactions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Integrated Datasets</a:t>
            </a:r>
          </a:p>
        </p:txBody>
      </p:sp>
    </p:spTree>
    <p:extLst>
      <p:ext uri="{BB962C8B-B14F-4D97-AF65-F5344CB8AC3E}">
        <p14:creationId xmlns:p14="http://schemas.microsoft.com/office/powerpoint/2010/main" val="3743328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E3194-F9EA-D45F-F92E-9DDD449C5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Architecture &amp; ETL Pipeline</a:t>
            </a:r>
            <a:br>
              <a:rPr lang="en-US" b="1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3FD583-9CD7-B708-1893-B498FA118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ETL Workflow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2651F9-C3C1-B91A-A9C8-6824C518EB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2900" b="1" dirty="0"/>
              <a:t>Data Sources</a:t>
            </a:r>
          </a:p>
          <a:p>
            <a:r>
              <a:rPr lang="en-US" dirty="0"/>
              <a:t>AMFI India Data</a:t>
            </a:r>
          </a:p>
          <a:p>
            <a:r>
              <a:rPr lang="en-US" err="1"/>
              <a:t>Mfapi</a:t>
            </a:r>
            <a:r>
              <a:rPr lang="en-US"/>
              <a:t>.in API</a:t>
            </a:r>
            <a:br>
              <a:rPr lang="en-US" dirty="0"/>
            </a:br>
            <a:r>
              <a:rPr lang="en-US" dirty="0"/>
              <a:t>• AMFI India Data</a:t>
            </a:r>
            <a:br>
              <a:rPr lang="en-US" dirty="0"/>
            </a:br>
            <a:r>
              <a:rPr lang="en-US" dirty="0"/>
              <a:t>• mfapi.in API</a:t>
            </a:r>
            <a:br>
              <a:rPr lang="en-US" dirty="0"/>
            </a:br>
            <a:r>
              <a:rPr lang="en-US" dirty="0"/>
              <a:t>• Benchmark Indices</a:t>
            </a:r>
            <a:br>
              <a:rPr lang="en-US" dirty="0"/>
            </a:br>
            <a:r>
              <a:rPr lang="en-US" dirty="0"/>
              <a:t>• Investor Transactions</a:t>
            </a:r>
          </a:p>
          <a:p>
            <a:pPr marL="0" indent="0">
              <a:buNone/>
            </a:pPr>
            <a:r>
              <a:rPr lang="en-US" dirty="0"/>
              <a:t>↓ Extract</a:t>
            </a:r>
          </a:p>
          <a:p>
            <a:pPr marL="0" indent="0">
              <a:buNone/>
            </a:pPr>
            <a:r>
              <a:rPr lang="en-US" dirty="0"/>
              <a:t>• Data Collection</a:t>
            </a:r>
            <a:br>
              <a:rPr lang="en-US" dirty="0"/>
            </a:br>
            <a:r>
              <a:rPr lang="en-US" dirty="0"/>
              <a:t>• API Integration</a:t>
            </a:r>
            <a:br>
              <a:rPr lang="en-US" dirty="0"/>
            </a:br>
            <a:r>
              <a:rPr lang="en-US" dirty="0"/>
              <a:t>• CSV Processing</a:t>
            </a:r>
          </a:p>
          <a:p>
            <a:pPr marL="0" indent="0">
              <a:buNone/>
            </a:pPr>
            <a:r>
              <a:rPr lang="en-US" dirty="0"/>
              <a:t>↓ Transform</a:t>
            </a:r>
          </a:p>
          <a:p>
            <a:pPr marL="0" indent="0">
              <a:buNone/>
            </a:pPr>
            <a:r>
              <a:rPr lang="en-US" dirty="0"/>
              <a:t>• Data Cleaning</a:t>
            </a:r>
            <a:br>
              <a:rPr lang="en-US" dirty="0"/>
            </a:br>
            <a:r>
              <a:rPr lang="en-US" dirty="0"/>
              <a:t>• Missing Value Handling</a:t>
            </a:r>
            <a:br>
              <a:rPr lang="en-US" dirty="0"/>
            </a:br>
            <a:r>
              <a:rPr lang="en-US" dirty="0"/>
              <a:t>• Data Validation</a:t>
            </a:r>
            <a:br>
              <a:rPr lang="en-US" dirty="0"/>
            </a:br>
            <a:r>
              <a:rPr lang="en-US" dirty="0"/>
              <a:t>• Feature Engineering</a:t>
            </a:r>
          </a:p>
          <a:p>
            <a:pPr marL="0" indent="0">
              <a:buNone/>
            </a:pPr>
            <a:r>
              <a:rPr lang="en-US" dirty="0"/>
              <a:t>↓ Load</a:t>
            </a:r>
          </a:p>
          <a:p>
            <a:pPr marL="0" indent="0">
              <a:buNone/>
            </a:pPr>
            <a:r>
              <a:rPr lang="en-US" dirty="0"/>
              <a:t>• Processed CSV Datasets</a:t>
            </a:r>
            <a:br>
              <a:rPr lang="en-US" dirty="0"/>
            </a:br>
            <a:r>
              <a:rPr lang="en-US" dirty="0"/>
              <a:t>• SQLite Database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31248F-3C7F-95B0-9E5E-409F493FA2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7088228-33A8-539C-6CCE-E37542AB88E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644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242</Words>
  <Application>Microsoft Office PowerPoint</Application>
  <PresentationFormat>Widescreen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Mutual Fund Analytics Platform Capstone Project Bluestock Fintech Pvt. Ltd.</vt:lpstr>
      <vt:lpstr>PROBLEM STATEMENT &amp; OBJECTIVES</vt:lpstr>
      <vt:lpstr>DATA SOURCES </vt:lpstr>
      <vt:lpstr>System Architecture &amp; ETL Pipeline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Anushka Das</dc:creator>
  <cp:lastModifiedBy>Anushka Das</cp:lastModifiedBy>
  <cp:revision>1</cp:revision>
  <dcterms:created xsi:type="dcterms:W3CDTF">2026-06-12T17:45:22Z</dcterms:created>
  <dcterms:modified xsi:type="dcterms:W3CDTF">2026-06-12T18:06:50Z</dcterms:modified>
</cp:coreProperties>
</file>